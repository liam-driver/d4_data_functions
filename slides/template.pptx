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Plus Jakarta Sans"/>
      <p:regular r:id="rId7"/>
      <p:bold r:id="rId8"/>
      <p:italic r:id="rId9"/>
      <p:boldItalic r:id="rId10"/>
    </p:embeddedFont>
    <p:embeddedFont>
      <p:font typeface="Manrope"/>
      <p:regular r:id="rId11"/>
      <p:bold r:id="rId12"/>
    </p:embeddedFont>
    <p:embeddedFont>
      <p:font typeface="Plus Jakarta Sans SemiBold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usJakartaSans-regular.fntdata"/><Relationship Id="rId8" Type="http://schemas.openxmlformats.org/officeDocument/2006/relationships/font" Target="fonts/PlusJakartaSans-bold.fntdata"/><Relationship Id="rId9" Type="http://schemas.openxmlformats.org/officeDocument/2006/relationships/font" Target="fonts/PlusJakartaSans-italic.fntdata"/><Relationship Id="rId10" Type="http://schemas.openxmlformats.org/officeDocument/2006/relationships/font" Target="fonts/PlusJakartaSans-boldItalic.fntdata"/><Relationship Id="rId11" Type="http://schemas.openxmlformats.org/officeDocument/2006/relationships/font" Target="fonts/Manrope-regular.fntdata"/><Relationship Id="rId12" Type="http://schemas.openxmlformats.org/officeDocument/2006/relationships/font" Target="fonts/Manrope-bold.fntdata"/><Relationship Id="rId13" Type="http://schemas.openxmlformats.org/officeDocument/2006/relationships/font" Target="fonts/PlusJakartaSansSemiBold-regular.fntdata"/><Relationship Id="rId14" Type="http://schemas.openxmlformats.org/officeDocument/2006/relationships/font" Target="fonts/PlusJakartaSansSemiBold-bold.fntdata"/><Relationship Id="rId15" Type="http://schemas.openxmlformats.org/officeDocument/2006/relationships/font" Target="fonts/PlusJakartaSansSemiBold-italic.fntdata"/><Relationship Id="rId16" Type="http://schemas.openxmlformats.org/officeDocument/2006/relationships/font" Target="fonts/PlusJakartaSans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1190d44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1190d44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 type="title">
  <p:cSld name="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84075" y="1994925"/>
            <a:ext cx="4414500" cy="1757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B2D42"/>
              </a:buClr>
              <a:buSzPts val="5200"/>
              <a:buFont typeface="Manrope"/>
              <a:buNone/>
              <a:defRPr b="1" sz="5200">
                <a:solidFill>
                  <a:srgbClr val="2B2D4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84075" y="1577700"/>
            <a:ext cx="42912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lus Jakarta Sans SemiBold"/>
              <a:buNone/>
              <a:defRPr b="0" sz="120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584075" y="4370250"/>
            <a:ext cx="42912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anrope"/>
              <a:buNone/>
              <a:defRPr b="1" sz="28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pic>
        <p:nvPicPr>
          <p:cNvPr id="13" name="Google Shape;13;p2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75" y="4007275"/>
            <a:ext cx="1155750" cy="2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 title="Home Graph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0725" y="1836038"/>
            <a:ext cx="6791151" cy="147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eparato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79669" y="2133225"/>
            <a:ext cx="71232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b="49579" l="51102" r="24993" t="0"/>
          <a:stretch/>
        </p:blipFill>
        <p:spPr>
          <a:xfrm rot="5400000">
            <a:off x="7866663" y="1255750"/>
            <a:ext cx="1247825" cy="26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510">
          <p15:clr>
            <a:srgbClr val="E46962"/>
          </p15:clr>
        </p15:guide>
        <p15:guide id="2" orient="horz" pos="1701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nset Section Separator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602790" y="2133225"/>
            <a:ext cx="71232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20" name="Google Shape;20;p4" title="Contents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7075" y="938787"/>
            <a:ext cx="2860500" cy="326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510">
          <p15:clr>
            <a:srgbClr val="E46962"/>
          </p15:clr>
        </p15:guide>
        <p15:guide id="2" orient="horz" pos="1701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rnt Orange Section Separator">
  <p:cSld name="SECTION_HEADER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3">
            <a:alphaModFix/>
          </a:blip>
          <a:srcRect b="75876" l="50320" r="0" t="0"/>
          <a:stretch/>
        </p:blipFill>
        <p:spPr>
          <a:xfrm rot="-5400000">
            <a:off x="7082301" y="1589000"/>
            <a:ext cx="4047675" cy="196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602790" y="2133225"/>
            <a:ext cx="71232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10">
          <p15:clr>
            <a:srgbClr val="E46962"/>
          </p15:clr>
        </p15:guide>
        <p15:guide id="2" orient="horz" pos="1701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ation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1141800" y="2133225"/>
            <a:ext cx="6855000" cy="16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 sz="26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26" name="Google Shape;26;p6" title="quo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800" y="1145075"/>
            <a:ext cx="1382150" cy="6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1141800" y="3887475"/>
            <a:ext cx="3828300" cy="2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2" type="subTitle"/>
          </p:nvPr>
        </p:nvSpPr>
        <p:spPr>
          <a:xfrm>
            <a:off x="1141800" y="4133575"/>
            <a:ext cx="3828300" cy="2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800"/>
              <a:buNone/>
              <a:defRPr sz="800">
                <a:solidFill>
                  <a:srgbClr val="9A9CA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A9CAC"/>
              </a:buClr>
              <a:buSzPts val="1100"/>
              <a:buNone/>
              <a:defRPr sz="1100">
                <a:solidFill>
                  <a:srgbClr val="9A9CA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548050" y="328157"/>
            <a:ext cx="80479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48050" y="1192007"/>
            <a:ext cx="3430800" cy="30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33" name="Google Shape;33;p7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71532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>
            <p:ph idx="2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35" name="Google Shape;35;p7"/>
          <p:cNvSpPr txBox="1"/>
          <p:nvPr>
            <p:ph idx="3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7"/>
          <p:cNvSpPr txBox="1"/>
          <p:nvPr>
            <p:ph idx="4" type="subTitle"/>
          </p:nvPr>
        </p:nvSpPr>
        <p:spPr>
          <a:xfrm>
            <a:off x="548050" y="763432"/>
            <a:ext cx="80479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 b="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0" name="Google Shape;40;p8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71532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/>
          <p:nvPr>
            <p:ph idx="1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3" name="Google Shape;43;p8" title="Feature Geometric.png"/>
          <p:cNvPicPr preferRelativeResize="0"/>
          <p:nvPr/>
        </p:nvPicPr>
        <p:blipFill rotWithShape="1">
          <a:blip r:embed="rId3">
            <a:alphaModFix/>
          </a:blip>
          <a:srcRect b="0" l="0" r="50571" t="0"/>
          <a:stretch/>
        </p:blipFill>
        <p:spPr>
          <a:xfrm>
            <a:off x="8019950" y="297425"/>
            <a:ext cx="2221225" cy="449362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 txBox="1"/>
          <p:nvPr>
            <p:ph type="title"/>
          </p:nvPr>
        </p:nvSpPr>
        <p:spPr>
          <a:xfrm>
            <a:off x="548050" y="328157"/>
            <a:ext cx="66330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548050" y="1192007"/>
            <a:ext cx="3430800" cy="30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3" type="subTitle"/>
          </p:nvPr>
        </p:nvSpPr>
        <p:spPr>
          <a:xfrm>
            <a:off x="548050" y="763432"/>
            <a:ext cx="47634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 b="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4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0" name="Google Shape;50;p9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71532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3" name="Google Shape;53;p9" title="Feature Geometric.png"/>
          <p:cNvPicPr preferRelativeResize="0"/>
          <p:nvPr/>
        </p:nvPicPr>
        <p:blipFill rotWithShape="1">
          <a:blip r:embed="rId3">
            <a:alphaModFix/>
          </a:blip>
          <a:srcRect b="0" l="25013" r="50571" t="0"/>
          <a:stretch/>
        </p:blipFill>
        <p:spPr>
          <a:xfrm>
            <a:off x="8012604" y="297425"/>
            <a:ext cx="1097174" cy="44936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>
            <p:ph type="title"/>
          </p:nvPr>
        </p:nvSpPr>
        <p:spPr>
          <a:xfrm>
            <a:off x="548050" y="328157"/>
            <a:ext cx="66330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548050" y="1192007"/>
            <a:ext cx="3430800" cy="30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3" type="subTitle"/>
          </p:nvPr>
        </p:nvSpPr>
        <p:spPr>
          <a:xfrm>
            <a:off x="548050" y="763432"/>
            <a:ext cx="47634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 b="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4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0" name="Google Shape;60;p10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71532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>
            <p:ph idx="1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buNone/>
              <a:defRPr b="1" sz="8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3" name="Google Shape;63;p10"/>
          <p:cNvPicPr preferRelativeResize="0"/>
          <p:nvPr/>
        </p:nvPicPr>
        <p:blipFill rotWithShape="1">
          <a:blip r:embed="rId3">
            <a:alphaModFix/>
          </a:blip>
          <a:srcRect b="0" l="74181" r="0" t="75214"/>
          <a:stretch/>
        </p:blipFill>
        <p:spPr>
          <a:xfrm>
            <a:off x="7104879" y="3865501"/>
            <a:ext cx="1024063" cy="983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0" title="Home Graphic.png"/>
          <p:cNvPicPr preferRelativeResize="0"/>
          <p:nvPr/>
        </p:nvPicPr>
        <p:blipFill rotWithShape="1">
          <a:blip r:embed="rId4">
            <a:alphaModFix/>
          </a:blip>
          <a:srcRect b="0" l="25232" r="51346" t="0"/>
          <a:stretch/>
        </p:blipFill>
        <p:spPr>
          <a:xfrm>
            <a:off x="8147150" y="3921813"/>
            <a:ext cx="940950" cy="87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0"/>
          <p:cNvSpPr txBox="1"/>
          <p:nvPr>
            <p:ph type="title"/>
          </p:nvPr>
        </p:nvSpPr>
        <p:spPr>
          <a:xfrm>
            <a:off x="548050" y="328157"/>
            <a:ext cx="66330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548050" y="1192007"/>
            <a:ext cx="3430800" cy="30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3" type="subTitle"/>
          </p:nvPr>
        </p:nvSpPr>
        <p:spPr>
          <a:xfrm>
            <a:off x="548050" y="763432"/>
            <a:ext cx="47634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 b="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54805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1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73" name="Google Shape;73;p11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67128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Plus Jakarta Sans SemiBold"/>
              <a:buNone/>
              <a:defRPr b="0" sz="50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None/>
              <a:defRPr sz="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548050" y="328150"/>
            <a:ext cx="37401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4" type="body"/>
          </p:nvPr>
        </p:nvSpPr>
        <p:spPr>
          <a:xfrm>
            <a:off x="50919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5" type="title"/>
          </p:nvPr>
        </p:nvSpPr>
        <p:spPr>
          <a:xfrm>
            <a:off x="5091900" y="328150"/>
            <a:ext cx="37401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82" name="Google Shape;82;p12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67128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84" name="Google Shape;84;p12"/>
          <p:cNvGrpSpPr/>
          <p:nvPr/>
        </p:nvGrpSpPr>
        <p:grpSpPr>
          <a:xfrm>
            <a:off x="713975" y="1184150"/>
            <a:ext cx="2277150" cy="3530100"/>
            <a:chOff x="391350" y="568950"/>
            <a:chExt cx="2277150" cy="3530100"/>
          </a:xfrm>
        </p:grpSpPr>
        <p:sp>
          <p:nvSpPr>
            <p:cNvPr id="85" name="Google Shape;85;p12"/>
            <p:cNvSpPr/>
            <p:nvPr/>
          </p:nvSpPr>
          <p:spPr>
            <a:xfrm>
              <a:off x="391350" y="597150"/>
              <a:ext cx="2247600" cy="3501900"/>
            </a:xfrm>
            <a:prstGeom prst="roundRect">
              <a:avLst>
                <a:gd fmla="val 522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6" name="Google Shape;86;p12"/>
            <p:cNvSpPr/>
            <p:nvPr/>
          </p:nvSpPr>
          <p:spPr>
            <a:xfrm>
              <a:off x="1749900" y="568950"/>
              <a:ext cx="918600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7" name="Google Shape;87;p12"/>
            <p:cNvSpPr/>
            <p:nvPr/>
          </p:nvSpPr>
          <p:spPr>
            <a:xfrm>
              <a:off x="604050" y="597150"/>
              <a:ext cx="2034900" cy="3216900"/>
            </a:xfrm>
            <a:prstGeom prst="round1Rect">
              <a:avLst>
                <a:gd fmla="val 30501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88" name="Google Shape;88;p12"/>
          <p:cNvGrpSpPr/>
          <p:nvPr/>
        </p:nvGrpSpPr>
        <p:grpSpPr>
          <a:xfrm>
            <a:off x="3433425" y="1184125"/>
            <a:ext cx="2277150" cy="3530125"/>
            <a:chOff x="2796850" y="568925"/>
            <a:chExt cx="2277150" cy="3530125"/>
          </a:xfrm>
        </p:grpSpPr>
        <p:sp>
          <p:nvSpPr>
            <p:cNvPr id="89" name="Google Shape;89;p12"/>
            <p:cNvSpPr/>
            <p:nvPr/>
          </p:nvSpPr>
          <p:spPr>
            <a:xfrm>
              <a:off x="2796850" y="597150"/>
              <a:ext cx="2247600" cy="3501900"/>
            </a:xfrm>
            <a:prstGeom prst="roundRect">
              <a:avLst>
                <a:gd fmla="val 522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0" name="Google Shape;90;p12"/>
            <p:cNvSpPr/>
            <p:nvPr/>
          </p:nvSpPr>
          <p:spPr>
            <a:xfrm>
              <a:off x="4155400" y="568925"/>
              <a:ext cx="918600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1" name="Google Shape;91;p12"/>
            <p:cNvSpPr/>
            <p:nvPr/>
          </p:nvSpPr>
          <p:spPr>
            <a:xfrm>
              <a:off x="3009550" y="597150"/>
              <a:ext cx="2034900" cy="3216900"/>
            </a:xfrm>
            <a:prstGeom prst="round1Rect">
              <a:avLst>
                <a:gd fmla="val 30501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92" name="Google Shape;92;p12"/>
          <p:cNvGrpSpPr/>
          <p:nvPr/>
        </p:nvGrpSpPr>
        <p:grpSpPr>
          <a:xfrm>
            <a:off x="6152875" y="1184175"/>
            <a:ext cx="2277150" cy="3530075"/>
            <a:chOff x="5890975" y="1184175"/>
            <a:chExt cx="2277150" cy="3530075"/>
          </a:xfrm>
        </p:grpSpPr>
        <p:sp>
          <p:nvSpPr>
            <p:cNvPr id="93" name="Google Shape;93;p12"/>
            <p:cNvSpPr/>
            <p:nvPr/>
          </p:nvSpPr>
          <p:spPr>
            <a:xfrm>
              <a:off x="5890975" y="1212350"/>
              <a:ext cx="2247600" cy="3501900"/>
            </a:xfrm>
            <a:prstGeom prst="roundRect">
              <a:avLst>
                <a:gd fmla="val 522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4" name="Google Shape;94;p12"/>
            <p:cNvSpPr/>
            <p:nvPr/>
          </p:nvSpPr>
          <p:spPr>
            <a:xfrm>
              <a:off x="7249525" y="1184175"/>
              <a:ext cx="918600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" name="Google Shape;95;p12"/>
            <p:cNvSpPr/>
            <p:nvPr/>
          </p:nvSpPr>
          <p:spPr>
            <a:xfrm>
              <a:off x="6103675" y="1212350"/>
              <a:ext cx="2034900" cy="3216900"/>
            </a:xfrm>
            <a:prstGeom prst="round1Rect">
              <a:avLst>
                <a:gd fmla="val 3050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96" name="Google Shape;96;p12"/>
          <p:cNvSpPr txBox="1"/>
          <p:nvPr>
            <p:ph type="title"/>
          </p:nvPr>
        </p:nvSpPr>
        <p:spPr>
          <a:xfrm>
            <a:off x="548050" y="328157"/>
            <a:ext cx="66330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>
            <a:off x="3589275" y="1801975"/>
            <a:ext cx="1969500" cy="13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8" name="Google Shape;98;p12"/>
          <p:cNvSpPr txBox="1"/>
          <p:nvPr>
            <p:ph idx="2" type="subTitle"/>
          </p:nvPr>
        </p:nvSpPr>
        <p:spPr>
          <a:xfrm>
            <a:off x="3589264" y="1361650"/>
            <a:ext cx="19008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Plus Jakarta Sans SemiBold"/>
              <a:buNone/>
              <a:defRPr b="0" sz="13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9" name="Google Shape;99;p12"/>
          <p:cNvSpPr txBox="1"/>
          <p:nvPr>
            <p:ph idx="3" type="subTitle"/>
          </p:nvPr>
        </p:nvSpPr>
        <p:spPr>
          <a:xfrm>
            <a:off x="876290" y="1361650"/>
            <a:ext cx="19008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Plus Jakarta Sans SemiBold"/>
              <a:buNone/>
              <a:defRPr b="0" sz="13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2"/>
          <p:cNvSpPr txBox="1"/>
          <p:nvPr>
            <p:ph idx="4" type="subTitle"/>
          </p:nvPr>
        </p:nvSpPr>
        <p:spPr>
          <a:xfrm>
            <a:off x="6293329" y="1361650"/>
            <a:ext cx="19008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lus Jakarta Sans SemiBold"/>
              <a:buNone/>
              <a:defRPr b="0" sz="130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1" name="Google Shape;101;p12"/>
          <p:cNvSpPr txBox="1"/>
          <p:nvPr>
            <p:ph idx="5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102" name="Google Shape;102;p12"/>
          <p:cNvSpPr txBox="1"/>
          <p:nvPr>
            <p:ph idx="6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3" name="Google Shape;103;p12"/>
          <p:cNvSpPr txBox="1"/>
          <p:nvPr>
            <p:ph idx="7" type="body"/>
          </p:nvPr>
        </p:nvSpPr>
        <p:spPr>
          <a:xfrm>
            <a:off x="876290" y="1801975"/>
            <a:ext cx="1969500" cy="13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04" name="Google Shape;104;p12"/>
          <p:cNvSpPr txBox="1"/>
          <p:nvPr>
            <p:ph idx="8" type="body"/>
          </p:nvPr>
        </p:nvSpPr>
        <p:spPr>
          <a:xfrm>
            <a:off x="6293329" y="1801975"/>
            <a:ext cx="1969500" cy="13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">
  <p:cSld name="CAPTION_ONLY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7" name="Google Shape;107;p13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67128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09" name="Google Shape;109;p13"/>
          <p:cNvGrpSpPr/>
          <p:nvPr/>
        </p:nvGrpSpPr>
        <p:grpSpPr>
          <a:xfrm>
            <a:off x="667361" y="1184150"/>
            <a:ext cx="1686002" cy="3530100"/>
            <a:chOff x="713956" y="1184150"/>
            <a:chExt cx="1686002" cy="3530100"/>
          </a:xfrm>
        </p:grpSpPr>
        <p:sp>
          <p:nvSpPr>
            <p:cNvPr id="110" name="Google Shape;110;p13"/>
            <p:cNvSpPr/>
            <p:nvPr/>
          </p:nvSpPr>
          <p:spPr>
            <a:xfrm>
              <a:off x="713956" y="1212350"/>
              <a:ext cx="1664123" cy="3501900"/>
            </a:xfrm>
            <a:prstGeom prst="roundRect">
              <a:avLst>
                <a:gd fmla="val 522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1719826" y="1184150"/>
              <a:ext cx="680131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871439" y="1212350"/>
              <a:ext cx="1506640" cy="3216900"/>
            </a:xfrm>
            <a:prstGeom prst="round1Rect">
              <a:avLst>
                <a:gd fmla="val 30501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13" name="Google Shape;113;p13"/>
          <p:cNvGrpSpPr/>
          <p:nvPr/>
        </p:nvGrpSpPr>
        <p:grpSpPr>
          <a:xfrm>
            <a:off x="2708464" y="1184125"/>
            <a:ext cx="1686002" cy="3530125"/>
            <a:chOff x="2727458" y="1184125"/>
            <a:chExt cx="1686002" cy="3530125"/>
          </a:xfrm>
        </p:grpSpPr>
        <p:sp>
          <p:nvSpPr>
            <p:cNvPr id="114" name="Google Shape;114;p13"/>
            <p:cNvSpPr/>
            <p:nvPr/>
          </p:nvSpPr>
          <p:spPr>
            <a:xfrm>
              <a:off x="2727458" y="1212350"/>
              <a:ext cx="1664123" cy="3501900"/>
            </a:xfrm>
            <a:prstGeom prst="roundRect">
              <a:avLst>
                <a:gd fmla="val 522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733329" y="1184125"/>
              <a:ext cx="680131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2884941" y="1212350"/>
              <a:ext cx="1506640" cy="3216900"/>
            </a:xfrm>
            <a:prstGeom prst="round1Rect">
              <a:avLst>
                <a:gd fmla="val 30501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17" name="Google Shape;117;p13"/>
          <p:cNvGrpSpPr/>
          <p:nvPr/>
        </p:nvGrpSpPr>
        <p:grpSpPr>
          <a:xfrm>
            <a:off x="4749566" y="1184175"/>
            <a:ext cx="1686002" cy="3530075"/>
            <a:chOff x="4740913" y="1184175"/>
            <a:chExt cx="1686002" cy="3530075"/>
          </a:xfrm>
        </p:grpSpPr>
        <p:sp>
          <p:nvSpPr>
            <p:cNvPr id="118" name="Google Shape;118;p13"/>
            <p:cNvSpPr/>
            <p:nvPr/>
          </p:nvSpPr>
          <p:spPr>
            <a:xfrm>
              <a:off x="4740913" y="1212350"/>
              <a:ext cx="1664123" cy="3501900"/>
            </a:xfrm>
            <a:prstGeom prst="roundRect">
              <a:avLst>
                <a:gd fmla="val 522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746784" y="1184175"/>
              <a:ext cx="680131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4898396" y="1212350"/>
              <a:ext cx="1506640" cy="3216900"/>
            </a:xfrm>
            <a:prstGeom prst="round1Rect">
              <a:avLst>
                <a:gd fmla="val 3050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21" name="Google Shape;121;p13"/>
          <p:cNvSpPr txBox="1"/>
          <p:nvPr>
            <p:ph type="title"/>
          </p:nvPr>
        </p:nvSpPr>
        <p:spPr>
          <a:xfrm>
            <a:off x="548050" y="328157"/>
            <a:ext cx="6633000" cy="80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" type="subTitle"/>
          </p:nvPr>
        </p:nvSpPr>
        <p:spPr>
          <a:xfrm>
            <a:off x="2843174" y="1361650"/>
            <a:ext cx="14076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lus Jakarta Sans SemiBold"/>
              <a:buNone/>
              <a:defRPr b="0" sz="11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23" name="Google Shape;123;p13"/>
          <p:cNvSpPr txBox="1"/>
          <p:nvPr>
            <p:ph idx="2" type="subTitle"/>
          </p:nvPr>
        </p:nvSpPr>
        <p:spPr>
          <a:xfrm>
            <a:off x="779824" y="1361650"/>
            <a:ext cx="14076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lus Jakarta Sans SemiBold"/>
              <a:buNone/>
              <a:defRPr b="0" sz="11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24" name="Google Shape;124;p13"/>
          <p:cNvSpPr txBox="1"/>
          <p:nvPr>
            <p:ph idx="3" type="subTitle"/>
          </p:nvPr>
        </p:nvSpPr>
        <p:spPr>
          <a:xfrm>
            <a:off x="4858274" y="1361650"/>
            <a:ext cx="14862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Plus Jakarta Sans SemiBold"/>
              <a:buNone/>
              <a:defRPr b="0" sz="1100">
                <a:solidFill>
                  <a:schemeClr val="accen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None/>
              <a:defRPr sz="7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5" name="Google Shape;125;p13"/>
          <p:cNvSpPr txBox="1"/>
          <p:nvPr>
            <p:ph idx="4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  <p:sp>
        <p:nvSpPr>
          <p:cNvPr id="126" name="Google Shape;126;p13"/>
          <p:cNvSpPr txBox="1"/>
          <p:nvPr>
            <p:ph idx="5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grpSp>
        <p:nvGrpSpPr>
          <p:cNvPr id="127" name="Google Shape;127;p13"/>
          <p:cNvGrpSpPr/>
          <p:nvPr/>
        </p:nvGrpSpPr>
        <p:grpSpPr>
          <a:xfrm>
            <a:off x="6790668" y="1184175"/>
            <a:ext cx="1685970" cy="3530075"/>
            <a:chOff x="4740913" y="1184175"/>
            <a:chExt cx="1685970" cy="3530075"/>
          </a:xfrm>
        </p:grpSpPr>
        <p:sp>
          <p:nvSpPr>
            <p:cNvPr id="128" name="Google Shape;128;p13"/>
            <p:cNvSpPr/>
            <p:nvPr/>
          </p:nvSpPr>
          <p:spPr>
            <a:xfrm>
              <a:off x="4740913" y="1212350"/>
              <a:ext cx="1664100" cy="3501900"/>
            </a:xfrm>
            <a:prstGeom prst="roundRect">
              <a:avLst>
                <a:gd fmla="val 522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5746784" y="1184175"/>
              <a:ext cx="680100" cy="83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898396" y="1212350"/>
              <a:ext cx="1506600" cy="3216900"/>
            </a:xfrm>
            <a:prstGeom prst="round1Rect">
              <a:avLst>
                <a:gd fmla="val 30501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31" name="Google Shape;131;p13"/>
          <p:cNvSpPr txBox="1"/>
          <p:nvPr>
            <p:ph idx="6" type="subTitle"/>
          </p:nvPr>
        </p:nvSpPr>
        <p:spPr>
          <a:xfrm>
            <a:off x="6923150" y="1361650"/>
            <a:ext cx="14076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lus Jakarta Sans SemiBold"/>
              <a:buNone/>
              <a:defRPr b="0" sz="11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32" name="Google Shape;132;p13"/>
          <p:cNvSpPr txBox="1"/>
          <p:nvPr>
            <p:ph idx="7" type="body"/>
          </p:nvPr>
        </p:nvSpPr>
        <p:spPr>
          <a:xfrm>
            <a:off x="774113" y="1514050"/>
            <a:ext cx="1407600" cy="192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33" name="Google Shape;133;p13"/>
          <p:cNvSpPr txBox="1"/>
          <p:nvPr>
            <p:ph idx="8" type="body"/>
          </p:nvPr>
        </p:nvSpPr>
        <p:spPr>
          <a:xfrm>
            <a:off x="2844768" y="1514050"/>
            <a:ext cx="1407600" cy="192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34" name="Google Shape;134;p13"/>
          <p:cNvSpPr txBox="1"/>
          <p:nvPr>
            <p:ph idx="9" type="body"/>
          </p:nvPr>
        </p:nvSpPr>
        <p:spPr>
          <a:xfrm>
            <a:off x="4858275" y="1514050"/>
            <a:ext cx="1407600" cy="192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  <a:defRPr sz="1300">
                <a:solidFill>
                  <a:schemeClr val="accen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○"/>
              <a:defRPr sz="900">
                <a:solidFill>
                  <a:schemeClr val="accen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■"/>
              <a:defRPr sz="900">
                <a:solidFill>
                  <a:schemeClr val="accen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●"/>
              <a:defRPr sz="900">
                <a:solidFill>
                  <a:schemeClr val="accen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○"/>
              <a:defRPr sz="900">
                <a:solidFill>
                  <a:schemeClr val="accen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■"/>
              <a:defRPr sz="900">
                <a:solidFill>
                  <a:schemeClr val="accen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●"/>
              <a:defRPr sz="900">
                <a:solidFill>
                  <a:schemeClr val="accen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○"/>
              <a:defRPr sz="900">
                <a:solidFill>
                  <a:schemeClr val="accen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Char char="■"/>
              <a:defRPr sz="9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3" type="body"/>
          </p:nvPr>
        </p:nvSpPr>
        <p:spPr>
          <a:xfrm>
            <a:off x="6923340" y="1514050"/>
            <a:ext cx="1407600" cy="192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8" name="Google Shape;138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14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0" name="Google Shape;140;p14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67128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2" name="Google Shape;142;p14"/>
          <p:cNvSpPr txBox="1"/>
          <p:nvPr>
            <p:ph idx="2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3" name="Google Shape;143;p14"/>
          <p:cNvSpPr txBox="1"/>
          <p:nvPr>
            <p:ph idx="3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/>
          <p:nvPr/>
        </p:nvSpPr>
        <p:spPr>
          <a:xfrm>
            <a:off x="-15750" y="4877725"/>
            <a:ext cx="91674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6" name="Google Shape;146;p15" title="Door4 Logo-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6675" y="4967128"/>
            <a:ext cx="385450" cy="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631200" y="4877724"/>
            <a:ext cx="417600" cy="26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 algn="ctr">
              <a:buNone/>
              <a:defRPr sz="8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784450" y="4952975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Plus Jakarta Sans SemiBold"/>
              <a:buNone/>
              <a:defRPr b="0" sz="7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2" type="subTitle"/>
          </p:nvPr>
        </p:nvSpPr>
        <p:spPr>
          <a:xfrm>
            <a:off x="6214825" y="81750"/>
            <a:ext cx="2640600" cy="1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"/>
              <a:buFont typeface="Plus Jakarta Sans SemiBold"/>
              <a:buNone/>
              <a:defRPr b="0" sz="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2pPr>
            <a:lvl3pPr lvl="2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3pPr>
            <a:lvl4pPr lvl="3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4pPr>
            <a:lvl5pPr lvl="4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5pPr>
            <a:lvl6pPr lvl="5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6pPr>
            <a:lvl7pPr lvl="6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7pPr>
            <a:lvl8pPr lvl="7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8pPr>
            <a:lvl9pPr lvl="8" algn="r">
              <a:spcBef>
                <a:spcPts val="0"/>
              </a:spcBef>
              <a:spcAft>
                <a:spcPts val="0"/>
              </a:spcAft>
              <a:buSzPts val="500"/>
              <a:buNone/>
              <a:defRPr sz="5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90400" y="576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us Jakarta Sans"/>
              <a:buNone/>
              <a:defRPr b="1" sz="3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76000" y="1220400"/>
            <a:ext cx="8001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Char char="●"/>
              <a:defRPr b="1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○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■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●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○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■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●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○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Char char="■"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ctrTitle"/>
          </p:nvPr>
        </p:nvSpPr>
        <p:spPr>
          <a:xfrm>
            <a:off x="584075" y="1994925"/>
            <a:ext cx="4414500" cy="175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584075" y="1577700"/>
            <a:ext cx="42912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584075" y="4370250"/>
            <a:ext cx="42912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oor4 Master 2026">
  <a:themeElements>
    <a:clrScheme name="Simple Light">
      <a:dk1>
        <a:srgbClr val="FEC042"/>
      </a:dk1>
      <a:lt1>
        <a:srgbClr val="2B2D42"/>
      </a:lt1>
      <a:dk2>
        <a:srgbClr val="4FA6A4"/>
      </a:dk2>
      <a:lt2>
        <a:srgbClr val="F27D39"/>
      </a:lt2>
      <a:accent1>
        <a:srgbClr val="FFF7E4"/>
      </a:accent1>
      <a:accent2>
        <a:srgbClr val="FFFFFF"/>
      </a:accent2>
      <a:accent3>
        <a:srgbClr val="4A4A4A"/>
      </a:accent3>
      <a:accent4>
        <a:srgbClr val="FFDB70"/>
      </a:accent4>
      <a:accent5>
        <a:srgbClr val="CC9835"/>
      </a:accent5>
      <a:accent6>
        <a:srgbClr val="FFFBF0"/>
      </a:accent6>
      <a:hlink>
        <a:srgbClr val="4FA6A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